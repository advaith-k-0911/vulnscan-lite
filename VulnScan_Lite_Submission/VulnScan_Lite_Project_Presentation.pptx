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cff34ca17244a1" /><Relationship Type="http://schemas.openxmlformats.org/officeDocument/2006/relationships/extended-properties" Target="/docProps/app.xml" Id="R56f01b8e009a45d5" /><Relationship Type="http://schemas.openxmlformats.org/officeDocument/2006/relationships/officeDocument" Target="/ppt/presentation.xml" Id="R178d12bcacc749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a01ce2c8d34e1a"/>
  </p:sldMasterIdLst>
  <p:notesMasterIdLst>
    <p:notesMasterId xmlns:r="http://schemas.openxmlformats.org/officeDocument/2006/relationships" r:id="R2166982966fe4d64"/>
  </p:notesMasterIdLst>
  <p:sldIdLst>
    <p:sldId xmlns:r="http://schemas.openxmlformats.org/officeDocument/2006/relationships" id="256" r:id="R5e91558adac24d4a"/>
    <p:sldId xmlns:r="http://schemas.openxmlformats.org/officeDocument/2006/relationships" id="257" r:id="R3d9a9f325bf7424f"/>
    <p:sldId xmlns:r="http://schemas.openxmlformats.org/officeDocument/2006/relationships" id="258" r:id="R6d15ec1e5a454333"/>
    <p:sldId xmlns:r="http://schemas.openxmlformats.org/officeDocument/2006/relationships" id="259" r:id="R6fee490ef9ad4bf1"/>
    <p:sldId xmlns:r="http://schemas.openxmlformats.org/officeDocument/2006/relationships" id="260" r:id="Rf1483ddd019b4b83"/>
    <p:sldId xmlns:r="http://schemas.openxmlformats.org/officeDocument/2006/relationships" id="261" r:id="Rc05e6473bdb54883"/>
    <p:sldId xmlns:r="http://schemas.openxmlformats.org/officeDocument/2006/relationships" id="262" r:id="R9bba58d17ed14b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07820ffb3045ff" /><Relationship Type="http://schemas.openxmlformats.org/officeDocument/2006/relationships/slideMaster" Target="/ppt/slideMasters/slideMaster1.xml" Id="Rb0a01ce2c8d34e1a" /><Relationship Type="http://schemas.openxmlformats.org/officeDocument/2006/relationships/notesMaster" Target="/ppt/notesMasters/notesMaster1.xml" Id="R2166982966fe4d64" /><Relationship Type="http://schemas.openxmlformats.org/officeDocument/2006/relationships/presProps" Target="/ppt/presProps.xml" Id="R9af82a8d7341412b" /><Relationship Type="http://schemas.openxmlformats.org/officeDocument/2006/relationships/tableStyles" Target="/ppt/tableStyles.xml" Id="Re2803f5927334113" /><Relationship Type="http://schemas.openxmlformats.org/officeDocument/2006/relationships/slide" Target="/ppt/slides/slide1.xml" Id="R5e91558adac24d4a" /><Relationship Type="http://schemas.openxmlformats.org/officeDocument/2006/relationships/slide" Target="/ppt/slides/slide2.xml" Id="R3d9a9f325bf7424f" /><Relationship Type="http://schemas.openxmlformats.org/officeDocument/2006/relationships/slide" Target="/ppt/slides/slide3.xml" Id="R6d15ec1e5a454333" /><Relationship Type="http://schemas.openxmlformats.org/officeDocument/2006/relationships/slide" Target="/ppt/slides/slide4.xml" Id="R6fee490ef9ad4bf1" /><Relationship Type="http://schemas.openxmlformats.org/officeDocument/2006/relationships/slide" Target="/ppt/slides/slide5.xml" Id="Rf1483ddd019b4b83" /><Relationship Type="http://schemas.openxmlformats.org/officeDocument/2006/relationships/slide" Target="/ppt/slides/slide6.xml" Id="Rc05e6473bdb54883" /><Relationship Type="http://schemas.openxmlformats.org/officeDocument/2006/relationships/slide" Target="/ppt/slides/slide7.xml" Id="R9bba58d17ed14b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06c766ff2b49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75be62507d4ac6" /><Relationship Type="http://schemas.openxmlformats.org/officeDocument/2006/relationships/notesMaster" Target="/ppt/notesMasters/notesMaster1.xml" Id="Re7f0ce6876ce46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b50c70e1b940d0" /><Relationship Type="http://schemas.openxmlformats.org/officeDocument/2006/relationships/notesMaster" Target="/ppt/notesMasters/notesMaster1.xml" Id="Rb983124e8bee4e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5b72bef96a4e63" /><Relationship Type="http://schemas.openxmlformats.org/officeDocument/2006/relationships/notesMaster" Target="/ppt/notesMasters/notesMaster1.xml" Id="R05f44224953d4f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4f8317bc0842cc" /><Relationship Type="http://schemas.openxmlformats.org/officeDocument/2006/relationships/notesMaster" Target="/ppt/notesMasters/notesMaster1.xml" Id="Rd8f973639b7f49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796d9b73f1471c" /><Relationship Type="http://schemas.openxmlformats.org/officeDocument/2006/relationships/notesMaster" Target="/ppt/notesMasters/notesMaster1.xml" Id="R5d2a7447c9c041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9d518051954de3" /><Relationship Type="http://schemas.openxmlformats.org/officeDocument/2006/relationships/notesMaster" Target="/ppt/notesMasters/notesMaster1.xml" Id="R4b6e0fa050224a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231e013fba4ec0" /><Relationship Type="http://schemas.openxmlformats.org/officeDocument/2006/relationships/notesMaster" Target="/ppt/notesMasters/notesMaster1.xml" Id="Rb923dd92e0a942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ef960a5a944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e98878912d441d" /><Relationship Type="http://schemas.openxmlformats.org/officeDocument/2006/relationships/slideLayout" Target="/ppt/slideLayouts/slideLayout1.xml" Id="R258daeccd82640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8daeccd82640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adb79dad34bfd" /><Relationship Type="http://schemas.openxmlformats.org/officeDocument/2006/relationships/image" Target="/ppt/media/image.png" Id="R2c1d81145f3c4fc6" /><Relationship Type="http://schemas.openxmlformats.org/officeDocument/2006/relationships/notesSlide" Target="/ppt/notesSlides/notesSlide1.xml" Id="Rba098e4ff3e344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8f9e335294a2f" /><Relationship Type="http://schemas.openxmlformats.org/officeDocument/2006/relationships/notesSlide" Target="/ppt/notesSlides/notesSlide2.xml" Id="R9dd03b54de61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645fc92bb4272" /><Relationship Type="http://schemas.openxmlformats.org/officeDocument/2006/relationships/notesSlide" Target="/ppt/notesSlides/notesSlide3.xml" Id="R962847bcea1d45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a51525db9409b" /><Relationship Type="http://schemas.openxmlformats.org/officeDocument/2006/relationships/notesSlide" Target="/ppt/notesSlides/notesSlide4.xml" Id="R665268e1da664a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a6def3c88448f" /><Relationship Type="http://schemas.openxmlformats.org/officeDocument/2006/relationships/notesSlide" Target="/ppt/notesSlides/notesSlide5.xml" Id="R65bbd7c6971d4f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7c771fbe124fff" /><Relationship Type="http://schemas.openxmlformats.org/officeDocument/2006/relationships/notesSlide" Target="/ppt/notesSlides/notesSlide6.xml" Id="Ra32e986027d641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1b5504a7d4e00" /><Relationship Type="http://schemas.openxmlformats.org/officeDocument/2006/relationships/notesSlide" Target="/ppt/notesSlides/notesSlide7.xml" Id="R4f4f0eaf5a8a41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C1563-D2E2-49BF-A689-8ADDE5AA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422"/>
          </a:solidFill>
          <a:ln xmlns:a="http://schemas.openxmlformats.org/drawingml/2006/main" w="0">
            <a:solidFill>
              <a:srgbClr val="E6B4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BDAF2-DD92-4B4F-9459-727F9789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VULNSCAN 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549CC-78C1-4BFD-A394-3F7D79D0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Passive Web Security and Configuration Posture Scanner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D79F1-B38D-48AC-B20B-451404F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14625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Submission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6D7078-FC84-4BB6-A789-014307B5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86125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Advaith K</a:t>
            </a:r>
          </a:p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B.Tech CSE - Cyber Security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1ADD3-4AF9-4C6A-AD2D-ECAD4F36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9600"/>
            <a:ext cx="5143500" cy="5334000"/>
          </a:xfrm>
          <a:prstGeom xmlns:a="http://schemas.openxmlformats.org/drawingml/2006/main" prst="roundRect">
            <a:avLst>
              <a:gd name="adj" fmla="val 1481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1d81145f3c4fc6"/>
          <a:srcRect xmlns:a="http://schemas.openxmlformats.org/drawingml/2006/main" l="24444" t="0" r="244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762000"/>
            <a:ext cx="4838700" cy="5029200"/>
          </a:xfrm>
          <a:prstGeom xmlns:a="http://schemas.openxmlformats.org/drawingml/2006/main" prst="roundRect">
            <a:avLst>
              <a:gd name="adj" fmla="val 157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7B9374-436C-4A73-B634-EE053C06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00750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Live web application interface</a:t>
            </a:r>
          </a:p>
        </p:txBody>
      </p:sp>
    </p:spTree>
    <p:extLst>
      <p:ext uri="{BB962C8B-B14F-4D97-AF65-F5344CB8AC3E}">
        <p14:creationId xmlns:p14="http://schemas.microsoft.com/office/powerpoint/2010/main" val="1563992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95847-1940-474F-9A1E-9D838D69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PROJECT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E3D76-64F2-45B5-892A-A4472E2C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focused security posture check for public web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7FE58-1ECC-4390-B36C-9EEFDEE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turns publicly available web configuration signals into a readable security summary without launching intrusive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3CBD0-E831-414B-8F3D-CED3E0C4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1BC53-73B0-403B-8812-9A8C5DB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| Project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613F7-9849-49DF-A463-1013B889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EBA36-5FAF-4A05-A60E-37E4E4EB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F9733-4CEB-49FB-889B-E0C0D22B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C5AE53-576F-4ACF-BBC1-298641D6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876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Basic header and TLS issues are easy to miss, yet they directly affect browser and user safety.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ECF17-7225-4745-999A-95FCF8A5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F8EC7-5AED-4DD9-B140-3F08FF96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81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Approach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04FF6-4201-4300-A323-42935C4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19450"/>
            <a:ext cx="2876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Validate the target, collect passive evidence, normalize findings, and produce an actionable score.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FD626-4766-4190-949E-C2D2DECA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71750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AA593-45F2-4F6F-811A-8DCFD69F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600FB-B654-48EB-81F6-6E7C7EB7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8765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One report combines findings, a grade, remediation guidance, PDF export, and persistent scan history.</a:t>
            </a:r>
          </a:p>
        </p:txBody>
      </p:sp>
    </p:spTree>
    <p:extLst>
      <p:ext uri="{BB962C8B-B14F-4D97-AF65-F5344CB8AC3E}">
        <p14:creationId xmlns:p14="http://schemas.microsoft.com/office/powerpoint/2010/main" val="18686228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0B97E-6420-4F59-B4A3-819FD78C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WHAT IT EXAMINES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1BC01-ED20-4564-BE3D-D0F18506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Three passive evidence layers give the report practical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E3408-7356-4CC9-A3F3-ABC4ECA6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Each scan is non-intrusive and evaluates information the target already exposes to a normal browser connection.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FFDB2-9661-4CCC-8D16-5001B95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DA3C8-D976-458D-9FED-AA7717F7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| Project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47670-9C60-4D66-A4BD-21D08FB4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D657FE-5CFB-4897-9631-0A59849F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28875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474DE-4CF4-48E0-B5A1-284E843C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HTTP SECURITY HEADERS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E67AFA-D314-4ABB-92FB-35916382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95650"/>
            <a:ext cx="304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CSP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HSTS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X-Frame-Options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X-Content-Type-Options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Referrer-Policy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Permissions-Policy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F3C0E-7BB7-47C6-9710-6C0D054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6479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9A074-1B05-49A3-A2AD-F49D0E15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TLS AND TRANSPORT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30898-D0A1-42DA-8141-24941F7C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956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Certificate validity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Hostname verification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TLS version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Cipher strength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HTTPS redirect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D6602-744C-44DA-BF2E-62AF2564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EA1A4-CE78-44E5-93E5-50957E60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813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APPLICATION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B6A74-2C31-4BF8-9EAF-5AB9908C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304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Response timing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Redirect chain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Content metadata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Passive CMS indicators</a:t>
            </a:r>
          </a:p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Structured remediation</a:t>
            </a:r>
          </a:p>
        </p:txBody>
      </p:sp>
    </p:spTree>
    <p:extLst>
      <p:ext uri="{BB962C8B-B14F-4D97-AF65-F5344CB8AC3E}">
        <p14:creationId xmlns:p14="http://schemas.microsoft.com/office/powerpoint/2010/main" val="12714959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F26260-9921-4FEF-9F5C-E207D908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DCA7E-1F41-4E24-A6B4-4EA0B77B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 browser request becomes a durable, reviewable security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9392F7-337B-480D-AB3D-D6BB89D6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deployed application separates the user interface, API validation, scan execution, and persistent result storage.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EF320-DCF0-4DFA-80AD-1D81CEA9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0B6B5-A096-4881-B3BB-8F5A0746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| Project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DB914-BBDE-4E77-B079-261E97C8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F0428-1F09-44E5-BBA5-1F9C23B1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43250"/>
            <a:ext cx="2190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ED180-7ECB-4174-AA94-4DFCEC1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Browser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11E59-125B-43FB-BA2E-56B0783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DC942-F556-4379-8280-07ECBC627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2190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D34C1-1982-4DA1-9C19-4FFCD3AA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20FF0-9643-4C5F-B76A-4944F881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9624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validation + SSRF defense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C5C9B-C28C-4430-838E-B916BB7C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190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5B84C-FFD9-4CF7-ACD9-821DA7F7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Scan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B0C96-216C-4ED3-B0BD-73B938BE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Background runner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passive HTTP + TLS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BB637-1FE9-478E-856F-3160123C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43250"/>
            <a:ext cx="21907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38D69-9FBB-4035-B2C9-96CD7663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29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260B6-778E-4F21-B61F-86EEB243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624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report + scan history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710BE-6322-49E9-83DA-EAB42B51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861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15485-27E6-48B8-8A59-FE48C04A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6861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294BD7-A498-4196-B6B1-FC6965F7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861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541A-DDCC-4379-AC82-39A28EED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816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API returns immediately, while scan status and full reports are fetched asynchronously by the frontend.</a:t>
            </a:r>
          </a:p>
        </p:txBody>
      </p:sp>
    </p:spTree>
    <p:extLst>
      <p:ext uri="{BB962C8B-B14F-4D97-AF65-F5344CB8AC3E}">
        <p14:creationId xmlns:p14="http://schemas.microsoft.com/office/powerpoint/2010/main" val="941193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439B0F-F0D4-4754-9CFF-30A31D0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SCAN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E5C2A-99BD-449E-829E-FAC186AE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The app moves from target URL to remediation in four controlled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14816-686D-4BCA-BA79-1C101C6D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This design keeps the user interface responsive while preserving lifecycle state in the database.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836702-DF35-43A7-8C3B-9F60A8B1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4BD47-DCF8-47BA-A193-96BFB93D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| Project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EBA8B-382E-4F52-85ED-9DF4A2A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38438-3FC4-4CDF-92CF-0EE2386B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95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B4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6B42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BD4ED-691B-430F-BAB1-6872EE41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2740A-7E87-4244-994C-8A31C13D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529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Enter an owned or authorized public URL.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D2280-D856-4047-A56A-257A8455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77506C-B492-4288-A5CF-8F090826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95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B4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6B42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8F693-5090-4A5B-B533-2F76AEA1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00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13C50-9003-43A8-9203-429E9E9F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1529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Normalize URL and block private or unsafe targets.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BA428-A8F6-47BA-996E-F64DB165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1623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59972-93A0-451B-8610-14375A81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B4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6B42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94C4D-F37B-466D-96EC-AF0CCBE6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Analyze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49EBB-7F05-42DC-BC53-A8626186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1529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Collect HTTP, TLS, redirect, and CMS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A38F4-7C58-40AC-81AB-CBFEA5C2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623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FFE8F-4199-4B73-8C3F-1660B732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895600"/>
            <a:ext cx="114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B42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6B42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F3CBF-41AA-4370-BAFC-4D8125A2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6004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32D4D-7223-4B91-98A7-130F73B7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52900"/>
            <a:ext cx="219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Store score, findings, PDF, and history entry.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1A547-62A7-4A1A-85FD-77FC410C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162300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4000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5E0D2-AF33-4A5A-91DD-2BCCDFF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USER-FACING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A20E2-EE82-4D9D-BB02-2FCA0364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42950"/>
            <a:ext cx="952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Every completed scan produces a score, detailed findings, and a reusable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58516-6193-4431-A608-D0BAF414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report is designed to turn low-level web configuration details into a clear next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842A2-D16E-486B-A537-1C26EBD7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436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0B7E-CC25-4B5A-9E28-8C916024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484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VulnScan Lite | Project Submission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1E36A-8EB5-4D34-B488-1A985FE1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484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1E2A1-BF52-4F7A-B1C8-42B8C9E5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479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C6DAD-9C7E-449E-8BED-FEB85091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0-100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A4C98-97BC-4AB5-9543-AB9850D0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Severity-weighted deductions summarize the current posture and map it to an A-F grade.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8F111-4527-447F-8875-9E37C910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479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31A82-79AF-4328-87EC-6B140A56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57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Actionable findings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6FCA61-D487-4311-9264-E227149F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29565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Each finding explains what was observed and includes Nginx, Apache, or Caddy remediation examples.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54C520-8BCF-4E36-A03E-AF29CCE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479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952A7-FF58-4256-89B0-9EE6103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57500"/>
            <a:ext cx="287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Persistent history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48E8A5-6B56-48D7-8517-504D75F6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95650"/>
            <a:ext cx="28765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Completed scans remain available for later review, full report access, and PDF download.</a:t>
            </a:r>
          </a:p>
        </p:txBody>
      </p:sp>
    </p:spTree>
    <p:extLst>
      <p:ext uri="{BB962C8B-B14F-4D97-AF65-F5344CB8AC3E}">
        <p14:creationId xmlns:p14="http://schemas.microsoft.com/office/powerpoint/2010/main" val="223815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15C19A-4845-4550-9B0A-679AAFCD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333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422"/>
          </a:solidFill>
          <a:ln xmlns:a="http://schemas.openxmlformats.org/drawingml/2006/main" w="0">
            <a:solidFill>
              <a:srgbClr val="E6B4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B64FF-98E0-441D-BBB4-F3E5CAFC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334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Ready for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F53FB-84EE-4EAF-85A8-30C31518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907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submission contains the source code, presentation, report, and working deployment links.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1A9059-8782-456F-8015-16E24116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09875"/>
            <a:ext cx="1066800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9E1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93D13-BB55-4543-BFEB-90BA338C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5B921B-1202-496F-8289-EA7721CF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814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github.com/advaith-k-0911/vulnscan-lite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0E299-F716-4B0C-87E1-E282D34D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95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solidFill>
              <a:srgbClr val="D9E1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30408-BB8A-4084-8F85-850AD03A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623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Live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9C311-9002-44EF-A70D-383F6F2A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81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vulnscan-frontend-kokj.onrender.com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4217E-B5A0-4110-8477-4633507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37A5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37A57"/>
                </a:solidFill>
                <a:latin typeface="Arial"/>
                <a:ea typeface="Arial"/>
                <a:cs typeface="Arial"/>
              </a:rPr>
              <a:t>Only scan websites you own or have explicit permission to assess.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19576-D648-434E-AA30-6E18CA63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864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77283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2026-08-24T12:18:04.2710000Z</dcterms:created>
  <dcterms:modified xsi:type="dcterms:W3CDTF">2026-08-24T12:18:04.2710000Z</dcterms:modified>
</coreProperties>
</file>